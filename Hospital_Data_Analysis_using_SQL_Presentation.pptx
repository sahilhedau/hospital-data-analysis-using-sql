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1/28/2026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1/28/2026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1/28/2026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1/28/2026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1/28/2026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1/28/2026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1/28/2026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75FA-3935-9AD2-112F-B0D9B28A8C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SQL PROJECT ON HOSPITAL DATA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FC20C0-CFBE-4F93-CDA4-DEFA14202C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HOSPITAL DATA ANALYSIS USING SQL focused on the analysis of patient records and disease trends</a:t>
            </a:r>
            <a:endParaRPr lang="en-IN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04634B5-36F5-E0C4-8FAB-16AECF29199E}"/>
              </a:ext>
            </a:extLst>
          </p:cNvPr>
          <p:cNvSpPr txBox="1">
            <a:spLocks/>
          </p:cNvSpPr>
          <p:nvPr/>
        </p:nvSpPr>
        <p:spPr>
          <a:xfrm>
            <a:off x="2695194" y="5292371"/>
            <a:ext cx="6801612" cy="619947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/>
              <a:t>Performed this analysis on MYSQL WORKBENCH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720539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68635-F78F-AC66-68D6-2801A8885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14085"/>
            <a:ext cx="7729728" cy="1188720"/>
          </a:xfrm>
        </p:spPr>
        <p:txBody>
          <a:bodyPr/>
          <a:lstStyle/>
          <a:p>
            <a:r>
              <a:rPr lang="en-US" dirty="0" err="1"/>
              <a:t>ImPORT</a:t>
            </a:r>
            <a:r>
              <a:rPr lang="en-US" dirty="0"/>
              <a:t> data on </a:t>
            </a:r>
            <a:r>
              <a:rPr lang="en-US" dirty="0" err="1"/>
              <a:t>mysql</a:t>
            </a:r>
            <a:r>
              <a:rPr lang="en-US" dirty="0"/>
              <a:t> workbench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C4B226-EEE6-634C-78F2-C846D62857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3291" y="1778144"/>
            <a:ext cx="3745516" cy="15467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7B55D9-C59B-6EBE-B01B-B15105B323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9572" y="3500267"/>
            <a:ext cx="8652855" cy="31336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710C2C3-4256-6DB9-F81E-212E96AC485C}"/>
              </a:ext>
            </a:extLst>
          </p:cNvPr>
          <p:cNvSpPr txBox="1"/>
          <p:nvPr/>
        </p:nvSpPr>
        <p:spPr>
          <a:xfrm>
            <a:off x="2379406" y="2290915"/>
            <a:ext cx="4060723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Viewed my data in workbench.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6797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D0670-2733-1A2C-66D5-E863EC59F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76433"/>
            <a:ext cx="7729728" cy="1188720"/>
          </a:xfrm>
        </p:spPr>
        <p:txBody>
          <a:bodyPr/>
          <a:lstStyle/>
          <a:p>
            <a:r>
              <a:rPr lang="en-US" dirty="0"/>
              <a:t>Viewed total number of patients and average age of patients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A3DFED-FEA2-F1E5-4539-F4C3F088F8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692" y="2932813"/>
            <a:ext cx="5700898" cy="9923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73D31F9-385E-776E-1616-2814F43D16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367" y="2195788"/>
            <a:ext cx="3942728" cy="15417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BE8E35E-24E8-61E6-F513-8242ACC5A0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692" y="5250168"/>
            <a:ext cx="5700898" cy="76717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C94E11B-8F39-9165-CFBE-AD9F6AD1BE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8922" y="4468131"/>
            <a:ext cx="3669181" cy="154921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414EA7B-DBF8-DC87-27DB-BE6FF2A11232}"/>
              </a:ext>
            </a:extLst>
          </p:cNvPr>
          <p:cNvSpPr txBox="1"/>
          <p:nvPr/>
        </p:nvSpPr>
        <p:spPr>
          <a:xfrm>
            <a:off x="717754" y="2320761"/>
            <a:ext cx="34609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Calculated Total no of patients.</a:t>
            </a:r>
            <a:endParaRPr lang="en-IN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DD1C3F-66C9-E00A-940F-871131A77424}"/>
              </a:ext>
            </a:extLst>
          </p:cNvPr>
          <p:cNvSpPr txBox="1"/>
          <p:nvPr/>
        </p:nvSpPr>
        <p:spPr>
          <a:xfrm>
            <a:off x="717754" y="4586749"/>
            <a:ext cx="38953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Calculated Average Age of patients.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615588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4DFE7-53AE-28D7-8BB9-A15754E42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886034"/>
            <a:ext cx="7729728" cy="1188720"/>
          </a:xfrm>
        </p:spPr>
        <p:txBody>
          <a:bodyPr/>
          <a:lstStyle/>
          <a:p>
            <a:r>
              <a:rPr lang="en-US" dirty="0" err="1"/>
              <a:t>AVeraGe</a:t>
            </a:r>
            <a:r>
              <a:rPr lang="en-US" dirty="0"/>
              <a:t> age of people who are recovered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12DC84-8FBF-7C26-4AE7-9BB51CEBE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545" y="3689039"/>
            <a:ext cx="6645512" cy="11054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39013E-7213-98C1-AB90-F14659C79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7979" y="3463335"/>
            <a:ext cx="4126476" cy="1331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498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9DF4F-DB69-59CC-2B82-B74C4BF81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25595"/>
            <a:ext cx="7729728" cy="1188720"/>
          </a:xfrm>
        </p:spPr>
        <p:txBody>
          <a:bodyPr/>
          <a:lstStyle/>
          <a:p>
            <a:r>
              <a:rPr lang="en-US" dirty="0"/>
              <a:t>Most common health condition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3AB620-BFCA-32D6-E485-F2E1CA038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668" y="2993368"/>
            <a:ext cx="7107403" cy="15932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E84AD1-601B-FC01-28FC-9BDBB1611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4396" y="1821066"/>
            <a:ext cx="2932936" cy="4362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937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79D89-5810-2D99-D832-6E9103A1B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66601"/>
            <a:ext cx="7729728" cy="1188720"/>
          </a:xfrm>
        </p:spPr>
        <p:txBody>
          <a:bodyPr/>
          <a:lstStyle/>
          <a:p>
            <a:r>
              <a:rPr lang="en-US" dirty="0"/>
              <a:t>Total recovered and recovery rate of the hospital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75FC63-A70B-7273-C0B4-68D6D67B5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28" y="2246290"/>
            <a:ext cx="7418030" cy="13203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B07CAC1-A0C5-60C7-FF81-57BAF06B91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2219" y="2014677"/>
            <a:ext cx="2817432" cy="155197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F9A6D3C-445C-B448-3A6A-A2DEE1852C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28" y="4436278"/>
            <a:ext cx="8538192" cy="108945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85402F5-935A-FD2F-AD93-AFB85936A8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2219" y="4352508"/>
            <a:ext cx="2923741" cy="1173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38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B4B12-865A-A7A1-84C4-C3B572F2E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09629"/>
            <a:ext cx="7725853" cy="1029236"/>
          </a:xfrm>
        </p:spPr>
        <p:txBody>
          <a:bodyPr>
            <a:normAutofit fontScale="90000"/>
          </a:bodyPr>
          <a:lstStyle/>
          <a:p>
            <a:r>
              <a:rPr lang="en-US" dirty="0"/>
              <a:t>Recovery rate w.r.t health condition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A51C16-90C2-618A-7C18-6B4DC7C04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116" y="1495475"/>
            <a:ext cx="7725853" cy="16004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26145F5-F1EC-9003-1685-C73CB27DBF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575" y="3193025"/>
            <a:ext cx="5734850" cy="359142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35A944B-B882-3A90-9E89-BDA75DB4DC29}"/>
              </a:ext>
            </a:extLst>
          </p:cNvPr>
          <p:cNvSpPr txBox="1"/>
          <p:nvPr/>
        </p:nvSpPr>
        <p:spPr>
          <a:xfrm>
            <a:off x="462116" y="4329224"/>
            <a:ext cx="53290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 we can see that Diabetes, Stroke, Hypertension, Heart Attack, Respiratory Infection and Osteoarthritis has 0 recovery rate so the Hospital has to work on it.</a:t>
            </a:r>
          </a:p>
        </p:txBody>
      </p:sp>
    </p:spTree>
    <p:extLst>
      <p:ext uri="{BB962C8B-B14F-4D97-AF65-F5344CB8AC3E}">
        <p14:creationId xmlns:p14="http://schemas.microsoft.com/office/powerpoint/2010/main" val="2649150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43419-2C69-498E-A664-D076CC31C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4716" y="109285"/>
            <a:ext cx="8102567" cy="1188720"/>
          </a:xfrm>
        </p:spPr>
        <p:txBody>
          <a:bodyPr>
            <a:normAutofit fontScale="90000"/>
          </a:bodyPr>
          <a:lstStyle/>
          <a:p>
            <a:r>
              <a:rPr lang="en-US" dirty="0"/>
              <a:t>Avg days of staying of the patients who are recovered and not recovered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8EC645-71D6-32B4-CDE1-8AA8C216E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483" y="1811180"/>
            <a:ext cx="6473044" cy="19152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841D5C-C828-FFE7-F661-0C20582756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986" y="1446877"/>
            <a:ext cx="4032531" cy="23606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00E9FD7-055E-E4D7-7CCC-CEF75BB3D6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483" y="4308934"/>
            <a:ext cx="6479810" cy="20525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DCB2CA2-2966-659C-7EC2-1CBF480C8A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0461" y="4308934"/>
            <a:ext cx="4090007" cy="1752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634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421E4-726B-4091-6ACD-CF52E609C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23918"/>
            <a:ext cx="7729728" cy="1188720"/>
          </a:xfrm>
        </p:spPr>
        <p:txBody>
          <a:bodyPr/>
          <a:lstStyle/>
          <a:p>
            <a:r>
              <a:rPr lang="en-US" dirty="0"/>
              <a:t>Satisfactory rate 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7CB41E-9DE5-4612-93F1-6240A595C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563" y="2701793"/>
            <a:ext cx="6023792" cy="14544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760115-98F7-E9C3-7A35-C6C989133B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8994" y="2277268"/>
            <a:ext cx="3932902" cy="375787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EBD5652-FFB3-0DDD-4E38-E42F659AA769}"/>
              </a:ext>
            </a:extLst>
          </p:cNvPr>
          <p:cNvSpPr txBox="1"/>
          <p:nvPr/>
        </p:nvSpPr>
        <p:spPr>
          <a:xfrm>
            <a:off x="835742" y="4827639"/>
            <a:ext cx="60700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 we can see, the satisfactory rate of Stroke and Heart Attack</a:t>
            </a:r>
          </a:p>
          <a:p>
            <a:r>
              <a:rPr lang="en-US" dirty="0"/>
              <a:t>Are very low and are below 3 out of 5.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9258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0C0E1-7D9F-DD46-F472-A9C23AF12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96098"/>
            <a:ext cx="7729728" cy="1188720"/>
          </a:xfrm>
        </p:spPr>
        <p:txBody>
          <a:bodyPr/>
          <a:lstStyle/>
          <a:p>
            <a:r>
              <a:rPr lang="en-US" dirty="0"/>
              <a:t>Satisfactory rate of patients after recovery 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0FEC21-A328-E5A7-2F1E-4BA2B2AE9D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661" y="2681183"/>
            <a:ext cx="5001323" cy="14956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72DD30-73E4-445B-DA34-E20D1E7279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6320" y="2197645"/>
            <a:ext cx="4531529" cy="282907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DF34BE0-BA01-A9A7-3DEB-AB4ADD88B6EF}"/>
              </a:ext>
            </a:extLst>
          </p:cNvPr>
          <p:cNvSpPr txBox="1"/>
          <p:nvPr/>
        </p:nvSpPr>
        <p:spPr>
          <a:xfrm>
            <a:off x="645661" y="5739548"/>
            <a:ext cx="11294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 we can see, average Satisfaction of appendicitis, Prostate cancer and kidney stones are not good even after </a:t>
            </a:r>
            <a:r>
              <a:rPr lang="en-IN" dirty="0"/>
              <a:t>recovery.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25079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C1A11-C34F-2BF0-2AF8-171A28CCD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187943"/>
            <a:ext cx="7729728" cy="1188720"/>
          </a:xfrm>
        </p:spPr>
        <p:txBody>
          <a:bodyPr>
            <a:normAutofit fontScale="90000"/>
          </a:bodyPr>
          <a:lstStyle/>
          <a:p>
            <a:r>
              <a:rPr lang="en-US" dirty="0"/>
              <a:t>Readmission rate and</a:t>
            </a:r>
            <a:br>
              <a:rPr lang="en-US" dirty="0"/>
            </a:br>
            <a:r>
              <a:rPr lang="en-US" dirty="0"/>
              <a:t>readmission rate w.r.t health cond.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26A8AA-26C6-9173-C767-384D33C0F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908" y="1703784"/>
            <a:ext cx="8335538" cy="9716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7ADF3F-E284-8F60-A19D-498A46207B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6217" y="1703784"/>
            <a:ext cx="2898305" cy="9716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51438AF-7F1C-1878-C2FC-11C1458849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908" y="3974278"/>
            <a:ext cx="6262040" cy="15907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C900746-F0B1-7E96-1190-D8F23CE785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9304" y="3269157"/>
            <a:ext cx="5325218" cy="340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8506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0300D-DFC6-9F60-6A95-59B97C820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94952"/>
            <a:ext cx="7729728" cy="1188720"/>
          </a:xfrm>
        </p:spPr>
        <p:txBody>
          <a:bodyPr/>
          <a:lstStyle/>
          <a:p>
            <a:r>
              <a:rPr lang="en-US" dirty="0"/>
              <a:t>Readmission rate w.r.t age group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2DBCAF-EF0F-61C6-ACB5-7792144B3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336" y="2226499"/>
            <a:ext cx="5668166" cy="28769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932376-63AD-7E74-4079-4B1CD44B7F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431" y="2976716"/>
            <a:ext cx="3348865" cy="11887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29CAFE6-1999-1455-FA36-60A69C5C0B90}"/>
              </a:ext>
            </a:extLst>
          </p:cNvPr>
          <p:cNvSpPr txBox="1"/>
          <p:nvPr/>
        </p:nvSpPr>
        <p:spPr>
          <a:xfrm>
            <a:off x="1287632" y="5742038"/>
            <a:ext cx="96167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They need to focus on young adult patients because the readmission rate of them are low.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4655860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7E4EB-1AA5-CC3C-F7E7-87DDD0210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43582"/>
            <a:ext cx="7729728" cy="1188720"/>
          </a:xfrm>
        </p:spPr>
        <p:txBody>
          <a:bodyPr/>
          <a:lstStyle/>
          <a:p>
            <a:r>
              <a:rPr lang="en-US" dirty="0"/>
              <a:t>COSTS with readmission rate of procedures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55595BC-AB8B-E4AA-AF88-0BB4B97BA5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079" y="2189569"/>
            <a:ext cx="8319205" cy="16745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70E6371-40F3-A720-B63B-D43AC85F41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421343"/>
            <a:ext cx="5502777" cy="1757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4119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BDF82-EBA9-4AB6-E736-627758756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76434"/>
            <a:ext cx="7729728" cy="1188720"/>
          </a:xfrm>
        </p:spPr>
        <p:txBody>
          <a:bodyPr/>
          <a:lstStyle/>
          <a:p>
            <a:r>
              <a:rPr lang="en-US" dirty="0" err="1"/>
              <a:t>analysing</a:t>
            </a:r>
            <a:r>
              <a:rPr lang="en-US" dirty="0"/>
              <a:t> procedures with there recovery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70CA94-82C7-902A-B9A2-3BABE898D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087" y="2682124"/>
            <a:ext cx="6086365" cy="16903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241649-27FC-EA08-F874-E7A05A1FF3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6839" y="1995857"/>
            <a:ext cx="5048955" cy="351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1584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B2B4E-9911-3BD2-76AA-3469EB3B6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46937"/>
            <a:ext cx="7729728" cy="1188720"/>
          </a:xfrm>
        </p:spPr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6124D-51C7-CB4B-F48E-C7EEAAF94A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9251" y="2048109"/>
            <a:ext cx="10570465" cy="4460846"/>
          </a:xfrm>
        </p:spPr>
        <p:txBody>
          <a:bodyPr/>
          <a:lstStyle/>
          <a:p>
            <a:r>
              <a:rPr lang="en-US" sz="2000" dirty="0"/>
              <a:t>Diabetes, Stroke, Hypertension, Heart Attack, Respiratory Infection and Osteoarthritis has 0 recovery rate, Hospital needs to work on it.</a:t>
            </a:r>
          </a:p>
          <a:p>
            <a:endParaRPr lang="en-US" sz="2000" dirty="0"/>
          </a:p>
          <a:p>
            <a:r>
              <a:rPr lang="en-US" sz="2000" dirty="0"/>
              <a:t>The satisfactory rate of Stroke and Heart attack are very low and are below 3 out of 5.</a:t>
            </a:r>
          </a:p>
          <a:p>
            <a:endParaRPr lang="en-US" sz="2000" dirty="0"/>
          </a:p>
          <a:p>
            <a:r>
              <a:rPr lang="en-US" sz="2000" dirty="0"/>
              <a:t>Average Satisfaction of appendicitis, Prostate cancer and kidney stones are not good even after </a:t>
            </a:r>
            <a:r>
              <a:rPr lang="en-IN" sz="2000" dirty="0"/>
              <a:t>recovery.</a:t>
            </a:r>
          </a:p>
          <a:p>
            <a:endParaRPr lang="en-IN" sz="2000" dirty="0"/>
          </a:p>
          <a:p>
            <a:r>
              <a:rPr lang="en-US" sz="2000" dirty="0"/>
              <a:t>They need to focus on young adult patients because the readmission rate of them are low.</a:t>
            </a:r>
            <a:endParaRPr lang="en-IN" sz="2000" dirty="0"/>
          </a:p>
          <a:p>
            <a:endParaRPr lang="en-IN" dirty="0"/>
          </a:p>
          <a:p>
            <a:endParaRPr lang="en-IN" dirty="0"/>
          </a:p>
          <a:p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1292637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240</TotalTime>
  <Words>315</Words>
  <Application>Microsoft Office PowerPoint</Application>
  <PresentationFormat>Widescreen</PresentationFormat>
  <Paragraphs>36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Gill Sans MT</vt:lpstr>
      <vt:lpstr>Parcel</vt:lpstr>
      <vt:lpstr>SQL PROJECT ON HOSPITAL DATA</vt:lpstr>
      <vt:lpstr>ImPORT data on mysql workbench</vt:lpstr>
      <vt:lpstr>Viewed total number of patients and average age of patients</vt:lpstr>
      <vt:lpstr>AVeraGe age of people who are recovered</vt:lpstr>
      <vt:lpstr>Most common health condition</vt:lpstr>
      <vt:lpstr>Total recovered and recovery rate of the hospital</vt:lpstr>
      <vt:lpstr>Recovery rate w.r.t health condition</vt:lpstr>
      <vt:lpstr>Avg days of staying of the patients who are recovered and not recovered</vt:lpstr>
      <vt:lpstr>Satisfactory rate </vt:lpstr>
      <vt:lpstr>Satisfactory rate of patients after recovery </vt:lpstr>
      <vt:lpstr>Readmission rate and readmission rate w.r.t health cond.</vt:lpstr>
      <vt:lpstr>Readmission rate w.r.t age group</vt:lpstr>
      <vt:lpstr>COSTS with readmission rate of procedures</vt:lpstr>
      <vt:lpstr>analysing procedures with there recovery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Sahil Hedau</dc:creator>
  <cp:lastModifiedBy>Sahil Hedau</cp:lastModifiedBy>
  <cp:revision>15</cp:revision>
  <dcterms:created xsi:type="dcterms:W3CDTF">2025-12-22T05:12:01Z</dcterms:created>
  <dcterms:modified xsi:type="dcterms:W3CDTF">2026-01-28T14:24:04Z</dcterms:modified>
</cp:coreProperties>
</file>